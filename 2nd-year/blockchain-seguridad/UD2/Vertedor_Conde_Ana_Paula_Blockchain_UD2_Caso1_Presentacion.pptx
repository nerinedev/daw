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11df13ff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11df13ff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11df13ff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11df13ff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11df13ff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11df13ff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11df13ff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11df13ff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11df13ff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11df13ff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11df13ff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11df13ff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11df13ff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11df13ff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11df13ff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11df13ff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11df13ff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11df13ff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11df13ff0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11df13ff0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youtu.be/mrtSAgcpack" TargetMode="External"/><Relationship Id="rId4" Type="http://schemas.openxmlformats.org/officeDocument/2006/relationships/hyperlink" Target="https://youtu.be/mrtSAgcpack" TargetMode="External"/><Relationship Id="rId10" Type="http://schemas.openxmlformats.org/officeDocument/2006/relationships/hyperlink" Target="https://youtu.be/lHipE05v4jg" TargetMode="External"/><Relationship Id="rId9" Type="http://schemas.openxmlformats.org/officeDocument/2006/relationships/hyperlink" Target="https://youtu.be/lHipE05v4jg" TargetMode="External"/><Relationship Id="rId5" Type="http://schemas.openxmlformats.org/officeDocument/2006/relationships/hyperlink" Target="https://youtu.be/mrtSAgcpack" TargetMode="External"/><Relationship Id="rId6" Type="http://schemas.openxmlformats.org/officeDocument/2006/relationships/hyperlink" Target="https://youtu.be/4HTtZhhXiAw" TargetMode="External"/><Relationship Id="rId7" Type="http://schemas.openxmlformats.org/officeDocument/2006/relationships/hyperlink" Target="https://youtu.be/4HTtZhhXiAw" TargetMode="External"/><Relationship Id="rId8" Type="http://schemas.openxmlformats.org/officeDocument/2006/relationships/hyperlink" Target="https://youtu.be/4HTtZhhXiAw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blockpit.io/blog/what-is-bitcoin-mining" TargetMode="External"/><Relationship Id="rId4" Type="http://schemas.openxmlformats.org/officeDocument/2006/relationships/hyperlink" Target="https://www.blockpit.io/blog/what-is-bitcoin-mining" TargetMode="External"/><Relationship Id="rId10" Type="http://schemas.openxmlformats.org/officeDocument/2006/relationships/hyperlink" Target="https://www.investopedia.com/terms/b/bitcoin-mining.asp" TargetMode="External"/><Relationship Id="rId9" Type="http://schemas.openxmlformats.org/officeDocument/2006/relationships/hyperlink" Target="https://www.investopedia.com/terms/b/bitcoin-mining.asp" TargetMode="External"/><Relationship Id="rId5" Type="http://schemas.openxmlformats.org/officeDocument/2006/relationships/hyperlink" Target="https://www.blockpit.io/blog/what-is-bitcoin-mining" TargetMode="External"/><Relationship Id="rId6" Type="http://schemas.openxmlformats.org/officeDocument/2006/relationships/hyperlink" Target="https://www.investopedia.com/tech/how-does-bitcoin-mining-work/" TargetMode="External"/><Relationship Id="rId7" Type="http://schemas.openxmlformats.org/officeDocument/2006/relationships/hyperlink" Target="https://www.investopedia.com/tech/how-does-bitcoin-mining-work/" TargetMode="External"/><Relationship Id="rId8" Type="http://schemas.openxmlformats.org/officeDocument/2006/relationships/hyperlink" Target="https://www.investopedia.com/tech/how-does-bitcoin-mining-work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reddit.com/r/Bitcoin/comments/1h9zh7l/how_does_mining_bitcoin_work_in_simple_term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Bitcoin: Minado y Funcionamiento Básico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Ana Vertedor - 29/11/2025</a:t>
            </a:r>
            <a:endParaRPr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¿Qué es Bitcoin?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100">
                <a:solidFill>
                  <a:schemeClr val="dk1"/>
                </a:solidFill>
              </a:rPr>
              <a:t>Activo digital que funciona sin bancos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100">
                <a:solidFill>
                  <a:schemeClr val="dk1"/>
                </a:solidFill>
              </a:rPr>
              <a:t>Se basa en tecnología </a:t>
            </a:r>
            <a:r>
              <a:rPr i="1" lang="en-GB" sz="1100">
                <a:solidFill>
                  <a:schemeClr val="dk1"/>
                </a:solidFill>
              </a:rPr>
              <a:t>blockchain</a:t>
            </a:r>
            <a:br>
              <a:rPr i="1" lang="en-GB" sz="1100">
                <a:solidFill>
                  <a:schemeClr val="dk1"/>
                </a:solidFill>
              </a:rPr>
            </a:br>
            <a:endParaRPr i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100">
                <a:solidFill>
                  <a:schemeClr val="dk1"/>
                </a:solidFill>
              </a:rPr>
              <a:t>Su precio cambia constantemente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100">
                <a:solidFill>
                  <a:schemeClr val="dk1"/>
                </a:solidFill>
              </a:rPr>
              <a:t>Se usa como inversión más que como moneda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¿Qué es la blockchain?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Una base de datos compartida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Nadie la controla sola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Cada bloque contiene transacciones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Los bloques se encadenan unos con otros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¿Qué es minar Bitcoin?</a:t>
            </a:r>
            <a:endParaRPr b="1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Validar transacciones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Crear nuevos bloques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Recibir BTC como recompensa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Requiere ordenadores muy potentes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min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701" y="3808226"/>
            <a:ext cx="7549975" cy="63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Cómo funciona el minado</a:t>
            </a:r>
            <a:endParaRPr b="1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Los mineros compiten para resolver un cálculo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El primero que lo consigue añade el bloque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Ese bloque se distribuye al resto de la red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La red lo acepta si es válido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¿Es rentable minar hoy?</a:t>
            </a:r>
            <a:endParaRPr b="1"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No para usuarios normales</a:t>
            </a:r>
            <a:br>
              <a:rPr lang="en-GB"/>
            </a:b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El hardware es caro</a:t>
            </a:r>
            <a:br>
              <a:rPr lang="en-GB"/>
            </a:b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Consume mucha electricidad</a:t>
            </a:r>
            <a:br>
              <a:rPr lang="en-GB"/>
            </a:b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Compiten empresas enormes con equipos especializados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Problemas del minado</a:t>
            </a:r>
            <a:endParaRPr b="1"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Alto consumo energético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Necesidad de equipos dedicados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Competencia global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Recompensas cada vez más bajas por el </a:t>
            </a:r>
            <a:r>
              <a:rPr i="1" lang="en-GB"/>
              <a:t>halving</a:t>
            </a:r>
            <a:br>
              <a:rPr i="1" lang="en-GB"/>
            </a:b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Impacto ambiental (si la electricidad no es renovable)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Conclusiones</a:t>
            </a:r>
            <a:endParaRPr b="1"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Bitcoin necesita el minado para validar transacciones y mantener la red activa.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El proceso es efectivo, pero muy exigente en recursos y cada vez más competitivo.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Para un usuario normal, minar hoy en día no es una opción realista ni rentable.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Aun así, entender cómo funciona ayuda a comprender mejor el sistema y su evolución.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Referencias</a:t>
            </a:r>
            <a:endParaRPr b="1"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Videos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-GB" sz="1100">
                <a:solidFill>
                  <a:schemeClr val="dk1"/>
                </a:solidFill>
              </a:rPr>
              <a:t>99Bitcoins.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i="1" lang="en-GB" sz="1100">
                <a:solidFill>
                  <a:schemeClr val="dk1"/>
                </a:solidFill>
              </a:rPr>
              <a:t>What is Bitcoin Mining for Beginners – Short and Simple.</a:t>
            </a:r>
            <a:br>
              <a:rPr i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4"/>
              </a:rPr>
              <a:t>https://youtu.be/mrtSAgcpack</a:t>
            </a:r>
            <a:br>
              <a:rPr lang="en-GB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 sz="1100">
                <a:solidFill>
                  <a:schemeClr val="dk1"/>
                </a:solidFill>
              </a:rPr>
              <a:t>CoinGecko.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i="1" lang="en-GB" sz="1100">
                <a:solidFill>
                  <a:schemeClr val="dk1"/>
                </a:solidFill>
              </a:rPr>
              <a:t>How Does Bitcoin Mining ACTUALLY Work? Explained In 3 Minutes.</a:t>
            </a:r>
            <a:br>
              <a:rPr i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7"/>
              </a:rPr>
              <a:t>https://youtu.be/4HTtZhhXiAw</a:t>
            </a:r>
            <a:br>
              <a:rPr lang="en-GB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 sz="1100">
                <a:solidFill>
                  <a:schemeClr val="dk1"/>
                </a:solidFill>
              </a:rPr>
              <a:t>Coin Bureau.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i="1" lang="en-GB" sz="1100">
                <a:solidFill>
                  <a:schemeClr val="dk1"/>
                </a:solidFill>
              </a:rPr>
              <a:t>How Bitcoin Mining Works: A Complete Beginner’s Guide.</a:t>
            </a:r>
            <a:br>
              <a:rPr i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10"/>
              </a:rPr>
              <a:t>https://youtu.be/lHipE05v4jg</a:t>
            </a:r>
            <a:endParaRPr sz="1100" u="sng">
              <a:solidFill>
                <a:schemeClr val="hlink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Referencias</a:t>
            </a:r>
            <a:endParaRPr b="1"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Artículos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-GB" sz="1100">
                <a:solidFill>
                  <a:schemeClr val="dk1"/>
                </a:solidFill>
              </a:rPr>
              <a:t>Blockpit.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i="1" lang="en-GB" sz="1100">
                <a:solidFill>
                  <a:schemeClr val="dk1"/>
                </a:solidFill>
              </a:rPr>
              <a:t>What Is Bitcoin Mining?</a:t>
            </a:r>
            <a:br>
              <a:rPr i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4"/>
              </a:rPr>
              <a:t>https://www.blockpit.io/blog/what-is-bitcoin-mining</a:t>
            </a:r>
            <a:br>
              <a:rPr lang="en-GB" sz="1100" u="sng">
                <a:solidFill>
                  <a:schemeClr val="hlink"/>
                </a:solidFill>
                <a:hlinkClick r:id="rId5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 sz="1100">
                <a:solidFill>
                  <a:schemeClr val="dk1"/>
                </a:solidFill>
              </a:rPr>
              <a:t>Investopedia.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i="1" lang="en-GB" sz="1100">
                <a:solidFill>
                  <a:schemeClr val="dk1"/>
                </a:solidFill>
              </a:rPr>
              <a:t>How Does Bitcoin Mining Work? A Beginner’s Guide.</a:t>
            </a:r>
            <a:br>
              <a:rPr i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7"/>
              </a:rPr>
              <a:t>https://www.investopedia.com/tech/how-does-bitcoin-mining-work/</a:t>
            </a:r>
            <a:br>
              <a:rPr lang="en-GB" sz="1100" u="sng">
                <a:solidFill>
                  <a:schemeClr val="hlink"/>
                </a:solidFill>
                <a:hlinkClick r:id="rId8"/>
              </a:rPr>
            </a:br>
            <a:endParaRPr sz="1100" u="sng">
              <a:solidFill>
                <a:schemeClr val="hlink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 sz="1100">
                <a:solidFill>
                  <a:schemeClr val="dk1"/>
                </a:solidFill>
              </a:rPr>
              <a:t>Investopedia.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i="1" lang="en-GB" sz="1100">
                <a:solidFill>
                  <a:schemeClr val="dk1"/>
                </a:solidFill>
              </a:rPr>
              <a:t>What Is Bitcoin Mining? How to Get Started.</a:t>
            </a:r>
            <a:br>
              <a:rPr i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10"/>
              </a:rPr>
              <a:t>https://www.investopedia.com/terms/b/bitcoin-mining.asp</a:t>
            </a:r>
            <a:endParaRPr sz="1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Referencias</a:t>
            </a:r>
            <a:endParaRPr b="1"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Foros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-GB" sz="1100">
                <a:solidFill>
                  <a:schemeClr val="dk1"/>
                </a:solidFill>
              </a:rPr>
              <a:t>Reddit – r/Bitcoin.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i="1" lang="en-GB" sz="1100">
                <a:solidFill>
                  <a:schemeClr val="dk1"/>
                </a:solidFill>
              </a:rPr>
              <a:t>How does mining Bitcoin work (in simple terms)?</a:t>
            </a:r>
            <a:endParaRPr i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u="sng">
                <a:solidFill>
                  <a:schemeClr val="hlink"/>
                </a:solidFill>
                <a:hlinkClick r:id="rId3"/>
              </a:rPr>
              <a:t>https://www.reddit.com/r/Bitcoin/comments/1h9zh7l/how_does_mining_bitcoin_work_in_simple_terms/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GB" sz="700">
                <a:solidFill>
                  <a:srgbClr val="B7B7B7"/>
                </a:solidFill>
              </a:rPr>
              <a:t>NOTA: </a:t>
            </a:r>
            <a:r>
              <a:rPr i="1" lang="en-GB" sz="700">
                <a:solidFill>
                  <a:srgbClr val="B7B7B7"/>
                </a:solidFill>
              </a:rPr>
              <a:t>La información más completa y sencilla sobre minería la encontré en inglés, por eso usé esas fuentes.</a:t>
            </a:r>
            <a:endParaRPr i="1" sz="700"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